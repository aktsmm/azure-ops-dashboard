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0078D4"/>
                </a:solidFill>
              </a:defRPr>
            </a:pPr>
            <a:r>
              <a:t>Azure Ops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One-click Azure environment visualization &amp; AI-powered operational reports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FY26 GitHub Copilot SDK Enterprise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78D4"/>
                </a:solidFill>
              </a:defRPr>
            </a:pPr>
            <a:r>
              <a:t>Business Value Proposition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Enterprise IT teams manage complex Azure environments across multiple subscriptions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Visualizing requires juggling Azure Portal, CLI, Resource Graph, and manual docs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Security posture and cost optimization reviews are manual and inconsistent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No single tool provides As-Is diagrams + AI-driven operational insights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Documentation becomes stale — environment drift goes undetected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The Solution: Azure Ops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One-click data collection via Azure Resource Graph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Inventories all resources, networking, security, cost data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Draw.io architecture diagrams with Azure-official icons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Inventory view + Network topology (VNet/Subnet hierarchy)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AI-powered reports via GitHub Copilot SDK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Security: Secure Score, Defender, recommendations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Cost: spend breakdown, optimization, Advisor integration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Diff reports: automatic comparison with previous runs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Desktop GUI (tkinter) — no cloud deployment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Time savings: Environment visualization in minutes, not hours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Security: Early detection of misconfigurations and risks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Cost optimization: AI-driven spend analysis and recommendations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Drift tracking: Automated diff reports across time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Reusability: Template system for customized reports per customer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Amplification: Applicable to any Azure enterprise engagement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78D4"/>
                </a:solidFill>
              </a:defRPr>
            </a:pPr>
            <a:r>
              <a:t>Architecture &amp; Technical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Desktop GUI (tkinter) with threaded background workers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Data Collection: Azure CLI / Resource Graph / Security Center / Cost Mgmt / Advisor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AI Engine: GitHub Copilot SDK (CopilotClient streaming sessions)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Enrichment: Microsoft Learn Search API + MCP server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Output: Draw.io XML / Markdown / Word / PDF / diff reports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Packaging: PyInstaller single-exe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GitHub Copilot SDK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CopilotClient with streaming token callbacks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Dynamic model selection: claude-sonnet (latest) / gpt-4.1 fallback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Read-only tool permissions (no write operations)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Microsoft Docs MCP for document-grounded analysis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Retry with exponential backoff + future.cancel() on timeout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Thread-safe streaming UI: atomic buffer swap at 100ms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Azure Integration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Azure Resource Graph — full inventory across subscriptions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Microsoft Defender for Cloud — Secure Score, alerts, recommendations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Azure Cost Management — spend by service/resource group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Azure Advisor — optimization recommendations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Microsoft Learn Search API — enrichment for AI reports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Service Principal + Interactive login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Template system: bundled defaults + user override (%APPDATA%)</a:t>
            </a:r>
          </a:p>
          <a:p>
            <a:pPr lvl="1">
              <a:defRPr sz="1200">
                <a:solidFill>
                  <a:srgbClr val="646464"/>
                </a:solidFill>
              </a:defRPr>
            </a:pPr>
            <a:r>
              <a:t>No exe rebuild needed to update report templates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i18n: Japanese/English runtime switching (UI + reports)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Read-only Azure operations only — Reader role minimum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No secrets stored to disk — entered per-session via GUI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32 unit tests runnable without Azure/SDK connectivity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78D4"/>
                </a:solidFill>
              </a:defRPr>
            </a:pPr>
            <a:r>
              <a:t>Repository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Repository: https://github.com/aktsmm/azure-ops-dashboard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License: CC-BY-NC-SA-4.0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Language: Python 3.11+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Tests: 32 tests (python -m unittest tests)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Docs: README.md (EN/JA), DESIGN.md, AGENTS.md, RAI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