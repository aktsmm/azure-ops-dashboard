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119" cy="12600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80000"/>
            <a:ext cx="1111211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Azure Ops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1111211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One-click Azure environment visualization &amp; AI-powered operational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18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8DCFF"/>
                </a:solidFill>
                <a:latin typeface="Segoe UI"/>
              </a:defRPr>
            </a:pPr>
            <a:r>
              <a:t>Tatsumi Yamamoto  |  FY26 Copilot SDK Enterprise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512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E98"/>
                </a:solidFill>
                <a:latin typeface="Segoe UI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872000"/>
            <a:ext cx="54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IT ops teams waste hours switching Azure Portal, CLI, docs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Architecture diagrams go stale — drift undetected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Security &amp; cost reviews are manual and inconsistent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No single tool: diagrams + AI insights in one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24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7C41"/>
                </a:solidFill>
                <a:latin typeface="Segoe UI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600000"/>
            <a:ext cx="54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One-click: Azure Resource Graph → Draw.io diagrams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AI reports via GitHub Copilot SDK (streaming)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Security + Cost analysis enriched with MS Learn docs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Diff reports track environment drift automatically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Desktop GUI — no cloud deployment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504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  <a:latin typeface="Segoe UI"/>
              </a:defRPr>
            </a:pPr>
            <a:r>
              <a:t>Enterprise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5400000"/>
            <a:ext cx="54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Visualization in minutes (not hours) — reusable per customer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Early security risk detection / cost optimization suggestions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Template customization / JP-EN switching / Word-PDF-SVG export</a:t>
            </a:r>
          </a:p>
        </p:txBody>
      </p:sp>
      <p:pic>
        <p:nvPicPr>
          <p:cNvPr id="12" name="Picture 11" descr="screenshot-g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512000"/>
            <a:ext cx="5400000" cy="234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0000" y="3888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Segoe UI"/>
              </a:defRPr>
            </a:pPr>
            <a:r>
              <a:t>GUI — Collect &amp; Diagram Generation</a:t>
            </a:r>
          </a:p>
        </p:txBody>
      </p:sp>
      <p:pic>
        <p:nvPicPr>
          <p:cNvPr id="14" name="Picture 13" descr="screenshot-cost-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00" y="4320000"/>
            <a:ext cx="5400000" cy="198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0000" y="6336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Segoe UI"/>
              </a:defRPr>
            </a:pPr>
            <a:r>
              <a:t>AI Cost Report — Streaming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6552000"/>
            <a:ext cx="1111211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8D4"/>
                </a:solidFill>
                <a:latin typeface="Segoe UI"/>
              </a:defRPr>
            </a:pPr>
            <a:r>
              <a:t>GitHub: https://github.com/aktsmm/azure-ops-dashboard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119" cy="1080000"/>
          </a:xfrm>
          <a:prstGeom prst="roundRect">
            <a:avLst/>
          </a:prstGeom>
          <a:solidFill>
            <a:srgbClr val="004E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80000"/>
            <a:ext cx="1111211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Architecture &amp; Copilot SDK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648000"/>
            <a:ext cx="1111211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CFF"/>
                </a:solidFill>
                <a:latin typeface="Segoe UI"/>
              </a:defRPr>
            </a:pPr>
            <a:r>
              <a:t>End-to-end flow: Azure data → AI analysis → actionable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368000"/>
            <a:ext cx="1980000" cy="9000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tkinter GUI</a:t>
            </a:r>
          </a:p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(main.py)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000" y="1368000"/>
            <a:ext cx="1980000" cy="900000"/>
          </a:xfrm>
          <a:prstGeom prst="roundRect">
            <a:avLst/>
          </a:prstGeom>
          <a:solidFill>
            <a:srgbClr val="00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Azure CLI</a:t>
            </a:r>
          </a:p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Resource Graph</a:t>
            </a:r>
          </a:p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Security / Cost</a:t>
            </a:r>
          </a:p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Advisor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20000" y="1368000"/>
            <a:ext cx="1980000" cy="900000"/>
          </a:xfrm>
          <a:prstGeom prst="roundRect">
            <a:avLst/>
          </a:prstGeom>
          <a:solidFill>
            <a:srgbClr val="82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Copilot SDK</a:t>
            </a:r>
          </a:p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CopilotClient</a:t>
            </a:r>
          </a:p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(streaming)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60000" y="1368000"/>
            <a:ext cx="1980000" cy="90000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MS Learn</a:t>
            </a:r>
          </a:p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Search API</a:t>
            </a:r>
          </a:p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+ MCP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00000" y="1368000"/>
            <a:ext cx="1980000" cy="900000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Output</a:t>
            </a:r>
          </a:p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.drawio / .md</a:t>
            </a:r>
          </a:p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.docx / .pdf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0" y="1818000"/>
            <a:ext cx="3600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60000" y="1818000"/>
            <a:ext cx="3600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200000" y="1818000"/>
            <a:ext cx="3600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540000" y="1818000"/>
            <a:ext cx="3600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0000" y="252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23296"/>
                </a:solidFill>
                <a:latin typeface="Segoe UI"/>
              </a:defRPr>
            </a:pPr>
            <a:r>
              <a:t>GitHub Copilot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880000"/>
            <a:ext cx="36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CopilotClient with streaming token callbacks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Dynamic model: claude-sonnet / gpt-4.1 fallback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Read-only tool permissions (frozenset)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MS Docs MCP for document-grounded analysis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Retry + exponential backoff + future.cancel()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Thread-safe UI: atomic buffer swap @ 100ms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0" y="252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944"/>
                </a:solidFill>
                <a:latin typeface="Segoe UI"/>
              </a:defRPr>
            </a:pPr>
            <a:r>
              <a:t>Azure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00" y="2880000"/>
            <a:ext cx="36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Resource Graph — full inventory (1000 nodes)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Defender for Cloud — Secure Score + alerts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Cost Management — spend by service/RG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Advisor — optimization recommendations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Service Principal + Interactive login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Reader role minimum (read-only ops only)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0000" y="252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  <a:latin typeface="Segoe UI"/>
              </a:defRPr>
            </a:pPr>
            <a:r>
              <a:t>Ops &amp; Responsible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0000" y="2880000"/>
            <a:ext cx="36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39 unit tests (no Azure/SDK needed)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PyInstaller single-exe packaging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Cross-platform: Windows/macOS/Linux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No secrets stored to disk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RAI notes in README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Human-in-the-loop AI review gate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0000" y="4680000"/>
            <a:ext cx="11160000" cy="9000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4752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04E98"/>
                </a:solidFill>
                <a:latin typeface="Segoe UI"/>
              </a:defRPr>
            </a:pPr>
            <a:r>
              <a:t>Key Capabilities:  Draw.io diagrams (inventory + network views)  |  Security &amp; Cost AI reports  |  Diff reports (drift detection)  |  Template customization  |  JP/EN switching  |  Word/PDF/SVG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5760000"/>
            <a:ext cx="1111211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78D4"/>
                </a:solidFill>
                <a:latin typeface="Segoe UI"/>
              </a:defRPr>
            </a:pPr>
            <a:r>
              <a:t>GitHub: https://github.com/aktsmm/azure-ops-dashboard   |   Tatsumi Yamamoto   |   FY26 Copilot SDK Enterprise 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