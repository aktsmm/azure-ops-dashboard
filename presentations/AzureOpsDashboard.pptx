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t>Azure Ops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200">
                <a:solidFill>
                  <a:srgbClr val="646464"/>
                </a:solidFill>
              </a:defRPr>
            </a:pPr>
            <a:r>
              <a:t>One-click Azure environment visualization &amp; AI-powered operational reports</a:t>
            </a:r>
          </a:p>
          <a:p>
            <a:pPr algn="ctr">
              <a:defRPr sz="2200">
                <a:solidFill>
                  <a:srgbClr val="646464"/>
                </a:solidFill>
              </a:defRPr>
            </a:pPr>
            <a:r>
              <a:t>FY26 GitHub Copilot SDK Enterprise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78D4"/>
                </a:solidFill>
              </a:defRPr>
            </a:pPr>
            <a:r>
              <a:t>Business Value Proposition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Enterprise IT teams manage complex Azure environments across multiple subscriptions</a:t>
            </a:r>
          </a:p>
          <a:p>
            <a:pPr lvl="1">
              <a:spcAft>
                <a:spcPts val="400"/>
              </a:spcAft>
              <a:defRPr sz="2400">
                <a:solidFill>
                  <a:srgbClr val="646464"/>
                </a:solidFill>
              </a:defRPr>
            </a:pPr>
            <a:r>
              <a:t>Visualizing requires juggling Azure Portal, CLI, Resource Graph, and manual docs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Security posture and cost optimization reviews are manual and inconsistent</a:t>
            </a:r>
          </a:p>
          <a:p>
            <a:pPr lvl="1">
              <a:spcAft>
                <a:spcPts val="400"/>
              </a:spcAft>
              <a:defRPr sz="2400">
                <a:solidFill>
                  <a:srgbClr val="646464"/>
                </a:solidFill>
              </a:defRPr>
            </a:pPr>
            <a:r>
              <a:t>No single tool provides As-Is diagrams + AI-driven operational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The Problem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Documentation becomes stale — environment drift goes undetected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Teams need quick, repeatable environment snapshots for audits, reviews, handoffs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The Solution: Azure Ops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One-click data collection via Azure Resource Graph</a:t>
            </a:r>
          </a:p>
          <a:p>
            <a:pPr lvl="1">
              <a:spcAft>
                <a:spcPts val="400"/>
              </a:spcAft>
              <a:defRPr sz="2400">
                <a:solidFill>
                  <a:srgbClr val="646464"/>
                </a:solidFill>
              </a:defRPr>
            </a:pPr>
            <a:r>
              <a:t>Inventories all resources, networking, security, cost data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Draw.io architecture diagrams with Azure-official icons</a:t>
            </a:r>
          </a:p>
          <a:p>
            <a:pPr lvl="1">
              <a:spcAft>
                <a:spcPts val="400"/>
              </a:spcAft>
              <a:defRPr sz="2400">
                <a:solidFill>
                  <a:srgbClr val="646464"/>
                </a:solidFill>
              </a:defRPr>
            </a:pPr>
            <a:r>
              <a:t>Inventory view + Network topology (VNet/Subnet hierarchy)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The Solution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AI-powered reports via GitHub Copilot SDK</a:t>
            </a:r>
          </a:p>
          <a:p>
            <a:pPr lvl="1">
              <a:spcAft>
                <a:spcPts val="400"/>
              </a:spcAft>
              <a:defRPr sz="2400">
                <a:solidFill>
                  <a:srgbClr val="646464"/>
                </a:solidFill>
              </a:defRPr>
            </a:pPr>
            <a:r>
              <a:t>Security: Secure Score, Defender, recommendations</a:t>
            </a:r>
          </a:p>
          <a:p>
            <a:pPr lvl="1">
              <a:spcAft>
                <a:spcPts val="400"/>
              </a:spcAft>
              <a:defRPr sz="2400">
                <a:solidFill>
                  <a:srgbClr val="646464"/>
                </a:solidFill>
              </a:defRPr>
            </a:pPr>
            <a:r>
              <a:t>Cost: spend breakdown, optimization, Advisor integration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Diff reports: automatic comparison with previous runs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Desktop GUI (tkinter) — no cloud deployment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Time savings: Environment visualization in minutes, not hours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Security: Early detection of misconfigurations and risks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Cost optimization: AI-driven spend analysis and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Business Value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Drift tracking: Automated diff reports across time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Reusability: Template system for customized reports per customer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Amplification: Applicable to any Azure enterprise engagement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78D4"/>
                </a:solidFill>
              </a:defRPr>
            </a:pPr>
            <a:r>
              <a:t>Demo &amp; Screenshots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GUI — Collect &amp; Diagram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52119" cy="5058000"/>
          </a:xfrm>
          <a:prstGeom prst="rect">
            <a:avLst/>
          </a:prstGeom>
          <a:noFill/>
          <a:ln w="19050">
            <a:solidFill>
              <a:srgbClr val="B4B4B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3240000"/>
            <a:ext cx="787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B4B4B4"/>
                </a:solidFill>
              </a:defRPr>
            </a:pPr>
            <a:r>
              <a:t>Insert screenshot: GUI main screen with diagram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AI Report — Streaming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52119" cy="5058000"/>
          </a:xfrm>
          <a:prstGeom prst="rect">
            <a:avLst/>
          </a:prstGeom>
          <a:noFill/>
          <a:ln w="19050">
            <a:solidFill>
              <a:srgbClr val="B4B4B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3240000"/>
            <a:ext cx="787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B4B4B4"/>
                </a:solidFill>
              </a:defRPr>
            </a:pPr>
            <a:r>
              <a:t>Insert screenshot: AI report generation with streaming 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78D4"/>
                </a:solidFill>
              </a:defRPr>
            </a:pPr>
            <a:r>
              <a:t>Architecture &amp; Technical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Desktop GUI (tkinter) with threaded background workers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Data Collection: Azure CLI / Resource Graph / Security Center / Cost Mgmt / Advisor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AI Engine: GitHub Copilot SDK (CopilotClient streaming sessions)</a:t>
            </a:r>
          </a:p>
          <a:p>
            <a:pPr lvl="1">
              <a:spcAft>
                <a:spcPts val="400"/>
              </a:spcAft>
              <a:defRPr sz="2400">
                <a:solidFill>
                  <a:srgbClr val="646464"/>
                </a:solidFill>
              </a:defRPr>
            </a:pPr>
            <a:r>
              <a:t>Enrichment: Microsoft Learn Search API + MCP server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Architecture Overview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Output: Draw.io XML / Markdown / Word / PDF / diff reports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Packaging: PyInstaller single-exe distribution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Cross-platform: Windows (full + exe), macOS, Linux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GitHub Copilot SDK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CopilotClient with streaming token callbacks</a:t>
            </a:r>
          </a:p>
          <a:p>
            <a:pPr lvl="1">
              <a:spcAft>
                <a:spcPts val="400"/>
              </a:spcAft>
              <a:defRPr sz="2400">
                <a:solidFill>
                  <a:srgbClr val="646464"/>
                </a:solidFill>
              </a:defRPr>
            </a:pPr>
            <a:r>
              <a:t>Dynamic model selection: claude-sonnet (latest) / gpt-4.1 fallback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Read-only tool permissions (no write operations)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Microsoft Docs MCP for document-grounded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SDK Integration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Retry with exponential backoff + future.cancel() on timeout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Thread-safe streaming UI: atomic buffer swap at 100ms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Session hooks for tool permission control and observability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Azure Integration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Azure Resource Graph — full inventory across subscriptions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Microsoft Defender for Cloud — Secure Score, alerts, recommendations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Azure Cost Management — spend by service/resource group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Azure Integration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Azure Advisor — optimization recommendations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Microsoft Learn Search API — enrichment for AI reports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Service Principal + Interactive login support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Template system: bundled defaults + user override (%APPDATA%)</a:t>
            </a:r>
          </a:p>
          <a:p>
            <a:pPr lvl="1">
              <a:spcAft>
                <a:spcPts val="400"/>
              </a:spcAft>
              <a:defRPr sz="2400">
                <a:solidFill>
                  <a:srgbClr val="646464"/>
                </a:solidFill>
              </a:defRPr>
            </a:pPr>
            <a:r>
              <a:t>No exe rebuild needed to update report templates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i18n: Japanese/English runtime switching (UI + reports)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Read-only Azure operations only — Reader role minimum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Design Decisions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No secrets stored to disk — entered per-session via GUI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32 unit tests runnable without Azure/SDK connectivity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Responsible AI: RAI notes, human oversight gates, least privilege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Repository &amp;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Repository: https://github.com/aktsmm/azure-ops-dashboard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License: CC-BY-NC-SA-4.0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Language: Python 3.11+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Tests: 32 tests (python -m unittest tests)</a:t>
            </a:r>
          </a:p>
          <a:p>
            <a:pPr>
              <a:spcAft>
                <a:spcPts val="800"/>
              </a:spcAft>
              <a:defRPr sz="2800">
                <a:solidFill>
                  <a:srgbClr val="333333"/>
                </a:solidFill>
              </a:defRPr>
            </a:pPr>
            <a:r>
              <a:t>Docs: README.md (EN/JA), DESIGN.md, AGENTS.md, RAI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