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📌 Generated by: https://github.com/aktsmm/Agent-Skills/tree/main/powerpoint-automation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---</a:t>
            </a:r>
          </a:p>
          <a:p>
            <a:r>
              <a:t>🔧 This presentation was created using Ag-ppt-create</a:t>
            </a:r>
          </a:p>
          <a:p>
            <a:r>
              <a:t>https://github.com/aktsmm/Agent-Skills/tree/main/powerpoint-automation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Azure Ops Dashboard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One-click Azure environment visualization &amp; AI-powered operational reports</a:t>
            </a:r>
            <a:br/>
            <a:r>
              <a:t>FY26 GitHub Copilot SDK Enterprise Challenge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400300"/>
            <a:ext cx="10820519" cy="914400"/>
          </a:xfrm>
        </p:spPr>
        <p:txBody>
          <a:bodyPr wrap="none"/>
          <a:lstStyle/>
          <a:p>
            <a:r>
              <a:t>Business Value Proposition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Enterprise IT teams manage complex Azure environments across multiple subscriptions</a:t>
            </a:r>
          </a:p>
          <a:p>
            <a:pPr lvl="1"/>
            <a:r>
              <a:t>Visualizing requires juggling Azure Portal, CLI, Resource Graph, and manual docs</a:t>
            </a:r>
          </a:p>
          <a:p>
            <a:pPr/>
            <a:r>
              <a:t>Security posture and cost optimization reviews are manual and inconsistent</a:t>
            </a:r>
          </a:p>
          <a:p>
            <a:pPr lvl="1"/>
            <a:r>
              <a:t>No single tool provides As-Is diagrams + AI-driven operational insights</a:t>
            </a:r>
          </a:p>
          <a:p>
            <a:pPr/>
            <a:r>
              <a:t>Documentation becomes stale — environment drift goes undetected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Solution: Azure Ops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One-click data collection via Azure Resource Graph</a:t>
            </a:r>
          </a:p>
          <a:p>
            <a:pPr lvl="1"/>
            <a:r>
              <a:t>Inventories all resources, networking, security, cost data</a:t>
            </a:r>
          </a:p>
          <a:p>
            <a:pPr/>
            <a:r>
              <a:t>Draw.io architecture diagrams with Azure-official icons</a:t>
            </a:r>
          </a:p>
          <a:p>
            <a:pPr lvl="1"/>
            <a:r>
              <a:t>Inventory view + Network topology (VNet/Subnet hierarchy)</a:t>
            </a:r>
          </a:p>
          <a:p>
            <a:pPr/>
            <a:r>
              <a:t>AI-powered reports via GitHub Copilot SDK</a:t>
            </a:r>
          </a:p>
          <a:p>
            <a:pPr lvl="1"/>
            <a:r>
              <a:t>Security: Secure Score, Defender, recommendations</a:t>
            </a:r>
          </a:p>
          <a:p>
            <a:pPr lvl="1"/>
            <a:r>
              <a:t>Cost: spend breakdown, optimization, Advisor integration</a:t>
            </a:r>
          </a:p>
          <a:p>
            <a:pPr/>
            <a:r>
              <a:t>Diff reports: automatic comparison with previous runs</a:t>
            </a:r>
          </a:p>
          <a:p>
            <a:pPr/>
            <a:r>
              <a:t>Desktop GUI (tkinter) — no cloud deployment required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Value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Time savings: Environment visualization in minutes, not hours</a:t>
            </a:r>
          </a:p>
          <a:p>
            <a:pPr/>
            <a:r>
              <a:t>Security: Early detection of misconfigurations and risks</a:t>
            </a:r>
          </a:p>
          <a:p>
            <a:pPr/>
            <a:r>
              <a:t>Cost optimization: AI-driven spend analysis and recommendations</a:t>
            </a:r>
          </a:p>
          <a:p>
            <a:pPr/>
            <a:r>
              <a:t>Drift tracking: Automated diff reports across time</a:t>
            </a:r>
          </a:p>
          <a:p>
            <a:pPr/>
            <a:r>
              <a:t>Reusability: Template system for customized reports per customer</a:t>
            </a:r>
          </a:p>
          <a:p>
            <a:pPr/>
            <a:r>
              <a:t>Amplification: Applicable to any Azure enterprise engagement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400300"/>
            <a:ext cx="10820519" cy="914400"/>
          </a:xfrm>
        </p:spPr>
        <p:txBody>
          <a:bodyPr wrap="none"/>
          <a:lstStyle/>
          <a:p>
            <a:r>
              <a:t>Architecture &amp; Technical Highlights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Desktop GUI (tkinter) with threaded background workers</a:t>
            </a:r>
          </a:p>
          <a:p>
            <a:pPr/>
            <a:r>
              <a:t>Data Collection: Azure CLI / Resource Graph / Security Center / Cost Mgmt / Advisor</a:t>
            </a:r>
          </a:p>
          <a:p>
            <a:pPr/>
            <a:r>
              <a:t>AI Engine: GitHub Copilot SDK (CopilotClient streaming sessions)</a:t>
            </a:r>
          </a:p>
          <a:p>
            <a:pPr lvl="1"/>
            <a:r>
              <a:t>Enrichment: Microsoft Learn Search API + MCP server</a:t>
            </a:r>
          </a:p>
          <a:p>
            <a:pPr/>
            <a:r>
              <a:t>Output: Draw.io XML / Markdown / Word / PDF / diff reports</a:t>
            </a:r>
          </a:p>
          <a:p>
            <a:pPr/>
            <a:r>
              <a:t>Packaging: PyInstaller single-exe distribution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GitHub Copilot SDK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CopilotClient with streaming token callbacks</a:t>
            </a:r>
          </a:p>
          <a:p>
            <a:pPr lvl="1"/>
            <a:r>
              <a:t>Dynamic model selection: claude-sonnet (latest) / gpt-4.1 fallback</a:t>
            </a:r>
          </a:p>
          <a:p>
            <a:pPr/>
            <a:r>
              <a:t>Read-only tool permissions (no write operations)</a:t>
            </a:r>
          </a:p>
          <a:p>
            <a:pPr/>
            <a:r>
              <a:t>Microsoft Docs MCP for document-grounded analysis</a:t>
            </a:r>
          </a:p>
          <a:p>
            <a:pPr/>
            <a:r>
              <a:t>Retry with exponential backoff + future.cancel() on timeout</a:t>
            </a:r>
          </a:p>
          <a:p>
            <a:pPr/>
            <a:r>
              <a:t>Thread-safe streaming UI: atomic buffer swap at 100ms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Integration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Azure Resource Graph — full inventory across subscriptions</a:t>
            </a:r>
          </a:p>
          <a:p>
            <a:pPr/>
            <a:r>
              <a:t>Microsoft Defender for Cloud — Secure Score, alerts, recommendations</a:t>
            </a:r>
          </a:p>
          <a:p>
            <a:pPr/>
            <a:r>
              <a:t>Azure Cost Management — spend by service/resource group</a:t>
            </a:r>
          </a:p>
          <a:p>
            <a:pPr/>
            <a:r>
              <a:t>Azure Advisor — optimization recommendations</a:t>
            </a:r>
          </a:p>
          <a:p>
            <a:pPr/>
            <a:r>
              <a:t>Microsoft Learn Search API — enrichment for AI reports</a:t>
            </a:r>
          </a:p>
          <a:p>
            <a:pPr/>
            <a:r>
              <a:t>Service Principal + Interactive login support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Design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Template system: bundled defaults + user override (%APPDATA%)</a:t>
            </a:r>
          </a:p>
          <a:p>
            <a:pPr lvl="1"/>
            <a:r>
              <a:t>No exe rebuild needed to update report templates</a:t>
            </a:r>
          </a:p>
          <a:p>
            <a:pPr/>
            <a:r>
              <a:t>i18n: Japanese/English runtime switching (UI + reports)</a:t>
            </a:r>
          </a:p>
          <a:p>
            <a:pPr/>
            <a:r>
              <a:t>Read-only Azure operations only — Reader role minimum</a:t>
            </a:r>
          </a:p>
          <a:p>
            <a:pPr/>
            <a:r>
              <a:t>No secrets stored to disk — entered per-session via GUI</a:t>
            </a:r>
          </a:p>
          <a:p>
            <a:pPr/>
            <a:r>
              <a:t>32 unit tests runnable without Azure/SDK connectivity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&amp;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Repository: https://github.com/aktsmm/azure-ops-dashboard</a:t>
            </a:r>
          </a:p>
          <a:p>
            <a:pPr/>
            <a:r>
              <a:t>License: CC-BY-NC-SA-4.0</a:t>
            </a:r>
          </a:p>
          <a:p>
            <a:pPr/>
            <a:r>
              <a:t>Language: Python 3.11+</a:t>
            </a:r>
          </a:p>
          <a:p>
            <a:pPr/>
            <a:r>
              <a:t>Tests: 32 tests (python -m unittest tests)</a:t>
            </a:r>
          </a:p>
          <a:p>
            <a:pPr/>
            <a:r>
              <a:t>Docs: README.md (EN/JA), DESIGN.md, AGENTS.md, RAI notes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